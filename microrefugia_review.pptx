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microrefugia review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General context</a:t>
            </a:r>
          </a:p>
          <a:p>
            <a:pPr lvl="0" indent="-342900" marL="342900">
              <a:buAutoNum type="arabicPeriod"/>
            </a:pPr>
            <a:r>
              <a:rPr/>
              <a:t>Definition</a:t>
            </a:r>
          </a:p>
          <a:p>
            <a:pPr lvl="0" indent="-342900" marL="342900">
              <a:buAutoNum type="arabicPeriod"/>
            </a:pPr>
            <a:r>
              <a:rPr/>
              <a:t>Aspects of vulnerability</a:t>
            </a:r>
          </a:p>
          <a:p>
            <a:pPr lvl="1" indent="-342900" marL="685800">
              <a:buAutoNum type="alphaLcPeriod"/>
            </a:pPr>
            <a:r>
              <a:rPr/>
              <a:t>Sensitivity</a:t>
            </a:r>
          </a:p>
          <a:p>
            <a:pPr lvl="1" indent="-342900" marL="685800">
              <a:buAutoNum type="alphaLcPeriod"/>
            </a:pPr>
            <a:r>
              <a:rPr/>
              <a:t>Exposure</a:t>
            </a:r>
          </a:p>
          <a:p>
            <a:pPr lvl="1" indent="-342900" marL="685800">
              <a:buAutoNum type="alphaLcPeriod"/>
            </a:pPr>
            <a:r>
              <a:rPr/>
              <a:t>Adaptive capacity</a:t>
            </a:r>
          </a:p>
          <a:p>
            <a:pPr lvl="0" indent="-342900" marL="342900">
              <a:buAutoNum type="arabicPeriod"/>
            </a:pPr>
            <a:r>
              <a:rPr/>
              <a:t>How are microrefugia acutally quantified?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screening</a:t>
            </a:r>
          </a:p>
        </p:txBody>
      </p:sp>
      <p:pic>
        <p:nvPicPr>
          <p:cNvPr descr="microrefugia_review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reasons for exclusion</a:t>
            </a:r>
          </a:p>
        </p:txBody>
      </p:sp>
      <p:pic>
        <p:nvPicPr>
          <p:cNvPr descr="microrefugia_review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included by year</a:t>
            </a:r>
          </a:p>
        </p:txBody>
      </p:sp>
      <p:pic>
        <p:nvPicPr>
          <p:cNvPr descr="microrefugia_review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Could be a map figure for the paper if we get coordinates</a:t>
            </a:r>
          </a:p>
          <a:p>
            <a:pPr lvl="0" indent="0">
              <a:buNone/>
            </a:pPr>
            <a:r>
              <a:rPr>
                <a:latin typeface="Courier"/>
              </a:rPr>
              <a:t>[1] "242 locations"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Refugia mostly defined</a:t>
            </a:r>
          </a:p>
        </p:txBody>
      </p:sp>
      <p:pic>
        <p:nvPicPr>
          <p:cNvPr descr="microrefugia_review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habitats</a:t>
            </a:r>
          </a:p>
        </p:txBody>
      </p:sp>
      <p:pic>
        <p:nvPicPr>
          <p:cNvPr descr="microrefugia_review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species groups</a:t>
            </a:r>
          </a:p>
        </p:txBody>
      </p:sp>
      <p:pic>
        <p:nvPicPr>
          <p:cNvPr descr="microrefugia_review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</a:t>
            </a:r>
          </a:p>
        </p:txBody>
      </p:sp>
      <p:pic>
        <p:nvPicPr>
          <p:cNvPr descr="microrefugia_review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General context</a:t>
            </a:r>
          </a:p>
          <a:p>
            <a:pPr lvl="0" indent="-342900" marL="342900">
              <a:buAutoNum type="arabicPeriod"/>
            </a:pPr>
            <a:r>
              <a:rPr b="1"/>
              <a:t>Definition</a:t>
            </a:r>
          </a:p>
          <a:p>
            <a:pPr lvl="1" indent="-342900" marL="685800">
              <a:buAutoNum type="alphaLcPeriod"/>
            </a:pPr>
            <a:r>
              <a:rPr/>
              <a:t>How are microrefugia defined: Temporally</a:t>
            </a:r>
          </a:p>
          <a:p>
            <a:pPr lvl="2" indent="-342900" marL="1028700">
              <a:buAutoNum type="romanUcPeriod"/>
            </a:pPr>
            <a:r>
              <a:rPr/>
              <a:t>Short-term vs millennial stability vs not at all defined?</a:t>
            </a:r>
          </a:p>
          <a:p>
            <a:pPr lvl="1" indent="-342900" marL="685800">
              <a:buAutoNum type="alphaLcPeriod"/>
            </a:pPr>
            <a:r>
              <a:rPr/>
              <a:t>How are microrefugia defined: Spatially</a:t>
            </a:r>
          </a:p>
          <a:p>
            <a:pPr lvl="2" indent="-342900" marL="1028700">
              <a:buAutoNum type="romanUcPeriod"/>
            </a:pPr>
            <a:r>
              <a:rPr/>
              <a:t>Size or structure defined?</a:t>
            </a:r>
          </a:p>
          <a:p>
            <a:pPr lvl="2" indent="-342900" marL="1028700">
              <a:buAutoNum type="romanUcPeriod"/>
            </a:pPr>
            <a:r>
              <a:rPr/>
              <a:t>Minimum size for viable populations Microrefugia networks - metapopulation dynamics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refugia term</a:t>
            </a:r>
          </a:p>
        </p:txBody>
      </p:sp>
      <p:pic>
        <p:nvPicPr>
          <p:cNvPr descr="microrefugia_review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 for definition</a:t>
            </a:r>
          </a:p>
        </p:txBody>
      </p:sp>
      <p:pic>
        <p:nvPicPr>
          <p:cNvPr descr="microrefugia_review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position in relation to main range</a:t>
            </a:r>
          </a:p>
        </p:txBody>
      </p:sp>
      <p:pic>
        <p:nvPicPr>
          <p:cNvPr descr="microrefugia_review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sampling structure</a:t>
            </a:r>
          </a:p>
        </p:txBody>
      </p:sp>
      <p:pic>
        <p:nvPicPr>
          <p:cNvPr descr="microrefugia_review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General context</a:t>
            </a:r>
          </a:p>
          <a:p>
            <a:pPr lvl="0" indent="-342900" marL="342900">
              <a:buAutoNum type="arabicPeriod"/>
            </a:pPr>
            <a:r>
              <a:rPr/>
              <a:t>Definition</a:t>
            </a:r>
          </a:p>
          <a:p>
            <a:pPr lvl="0" indent="-342900" marL="342900">
              <a:buAutoNum type="arabicPeriod"/>
            </a:pPr>
            <a:r>
              <a:rPr b="1"/>
              <a:t>Aspects of vulnerability</a:t>
            </a:r>
          </a:p>
          <a:p>
            <a:pPr lvl="1" indent="-342900" marL="685800">
              <a:buAutoNum type="alphaLcPeriod"/>
            </a:pPr>
            <a:r>
              <a:rPr/>
              <a:t>Exposure</a:t>
            </a:r>
          </a:p>
          <a:p>
            <a:pPr lvl="1" indent="-342900" marL="685800">
              <a:buAutoNum type="alphaLcPeriod"/>
            </a:pPr>
            <a:r>
              <a:rPr/>
              <a:t>Sensitivity</a:t>
            </a:r>
          </a:p>
          <a:p>
            <a:pPr lvl="1" indent="-342900" marL="685800">
              <a:buAutoNum type="alphaLcPeriod"/>
            </a:pPr>
            <a:r>
              <a:rPr/>
              <a:t>Adaptive capacity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driver</a:t>
            </a:r>
          </a:p>
        </p:txBody>
      </p:sp>
      <p:pic>
        <p:nvPicPr>
          <p:cNvPr descr="microrefugia_review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exposure_considered</a:t>
            </a:r>
          </a:p>
        </p:txBody>
      </p:sp>
      <p:pic>
        <p:nvPicPr>
          <p:cNvPr descr="microrefugia_review_files/figure-pptx/unnamed-chunk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species_sensitivity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ie_what_is_the_vulnerable_part_of_the_species</a:t>
            </a:r>
          </a:p>
        </p:txBody>
      </p:sp>
      <p:pic>
        <p:nvPicPr>
          <p:cNvPr descr="microrefugia_review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Species sensitivity used to ID refugia</a:t>
            </a:r>
          </a:p>
        </p:txBody>
      </p:sp>
      <p:pic>
        <p:nvPicPr>
          <p:cNvPr descr="microrefugia_review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Species adaptablity</a:t>
            </a:r>
          </a:p>
        </p:txBody>
      </p:sp>
      <p:pic>
        <p:nvPicPr>
          <p:cNvPr descr="microrefugia_review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refugia_structure</a:t>
            </a:r>
          </a:p>
        </p:txBody>
      </p:sp>
      <p:pic>
        <p:nvPicPr>
          <p:cNvPr descr="microrefugia_review_files/figure-pptx/unnamed-chunk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species response to changing climate</a:t>
            </a:r>
          </a:p>
        </p:txBody>
      </p:sp>
      <p:pic>
        <p:nvPicPr>
          <p:cNvPr descr="microrefugia_review_files/figure-pptx/unnamed-chunk-2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 size</a:t>
            </a:r>
          </a:p>
        </p:txBody>
      </p:sp>
      <p:pic>
        <p:nvPicPr>
          <p:cNvPr descr="microrefugia_review_files/figure-pptx/unnamed-chunk-2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spatial resolution</a:t>
            </a:r>
          </a:p>
        </p:txBody>
      </p:sp>
      <p:pic>
        <p:nvPicPr>
          <p:cNvPr descr="microrefugia_review_files/figure-pptx/unnamed-chunk-2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spatial extent</a:t>
            </a:r>
          </a:p>
        </p:txBody>
      </p:sp>
      <p:pic>
        <p:nvPicPr>
          <p:cNvPr descr="microrefugia_review_files/figure-pptx/unnamed-chunk-2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temporal aspects</a:t>
            </a:r>
          </a:p>
        </p:txBody>
      </p:sp>
      <p:pic>
        <p:nvPicPr>
          <p:cNvPr descr="microrefugia_review_files/figure-pptx/unnamed-chunk-2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variables</a:t>
            </a:r>
          </a:p>
        </p:txBody>
      </p:sp>
      <p:pic>
        <p:nvPicPr>
          <p:cNvPr descr="microrefugia_review_files/figure-pptx/unnamed-chunk-2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data source</a:t>
            </a:r>
          </a:p>
        </p:txBody>
      </p:sp>
      <p:pic>
        <p:nvPicPr>
          <p:cNvPr descr="microrefugia_review_files/figure-pptx/unnamed-chunk-2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data resolution</a:t>
            </a:r>
          </a:p>
        </p:txBody>
      </p:sp>
      <p:pic>
        <p:nvPicPr>
          <p:cNvPr descr="microrefugia_review_files/figure-pptx/unnamed-chunk-2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habitat variables</a:t>
            </a:r>
          </a:p>
        </p:txBody>
      </p:sp>
      <p:pic>
        <p:nvPicPr>
          <p:cNvPr descr="microrefugia_review_files/figure-pptx/unnamed-chunk-2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specific quantification</a:t>
            </a:r>
          </a:p>
        </p:txBody>
      </p:sp>
      <p:pic>
        <p:nvPicPr>
          <p:cNvPr descr="microrefugia_review_files/figure-pptx/unnamed-chunk-2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"119 descriptions entered"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microrefugia review</dc:title>
  <dc:creator/>
  <cp:keywords/>
  <dcterms:created xsi:type="dcterms:W3CDTF">2026-05-27T19:47:56Z</dcterms:created>
  <dcterms:modified xsi:type="dcterms:W3CDTF">2026-05-27T19:47:56Z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