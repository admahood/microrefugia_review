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3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microrefugia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screening</a:t>
            </a:r>
          </a:p>
        </p:txBody>
      </p:sp>
      <p:pic>
        <p:nvPicPr>
          <p:cNvPr descr="microrefugia_review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reasons for exclusion</a:t>
            </a:r>
          </a:p>
        </p:txBody>
      </p:sp>
      <p:pic>
        <p:nvPicPr>
          <p:cNvPr descr="microrefugia_review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included by year</a:t>
            </a:r>
          </a:p>
        </p:txBody>
      </p:sp>
      <p:pic>
        <p:nvPicPr>
          <p:cNvPr descr="microrefugia_review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Many locations, mostly defined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"242 locations"</a:t>
            </a:r>
          </a:p>
        </p:txBody>
      </p:sp>
      <p:pic>
        <p:nvPicPr>
          <p:cNvPr descr="microrefugia_review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habitats</a:t>
            </a:r>
          </a:p>
        </p:txBody>
      </p:sp>
      <p:pic>
        <p:nvPicPr>
          <p:cNvPr descr="microrefugia_review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species groups</a:t>
            </a:r>
          </a:p>
        </p:txBody>
      </p:sp>
      <p:pic>
        <p:nvPicPr>
          <p:cNvPr descr="microrefugia_review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</a:t>
            </a:r>
          </a:p>
        </p:txBody>
      </p:sp>
      <p:pic>
        <p:nvPicPr>
          <p:cNvPr descr="microrefugia_review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refugia term</a:t>
            </a:r>
          </a:p>
        </p:txBody>
      </p:sp>
      <p:pic>
        <p:nvPicPr>
          <p:cNvPr descr="microrefugia_review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 for definition</a:t>
            </a:r>
          </a:p>
        </p:txBody>
      </p:sp>
      <p:pic>
        <p:nvPicPr>
          <p:cNvPr descr="microrefugia_review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position in relation to main range</a:t>
            </a:r>
          </a:p>
        </p:txBody>
      </p:sp>
      <p:pic>
        <p:nvPicPr>
          <p:cNvPr descr="microrefugia_review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sampling structure</a:t>
            </a:r>
          </a:p>
        </p:txBody>
      </p:sp>
      <p:pic>
        <p:nvPicPr>
          <p:cNvPr descr="microrefugia_review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driver</a:t>
            </a:r>
          </a:p>
        </p:txBody>
      </p:sp>
      <p:pic>
        <p:nvPicPr>
          <p:cNvPr descr="microrefugia_review_files/figure-pptx/unnamed-chunk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exposure_considered</a:t>
            </a:r>
          </a:p>
        </p:txBody>
      </p:sp>
      <p:pic>
        <p:nvPicPr>
          <p:cNvPr descr="microrefugia_review_files/figure-pptx/unnamed-chunk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species_sensitivity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ie_what_is_the_vulnerable_part_of_the_species</a:t>
            </a:r>
          </a:p>
        </p:txBody>
      </p:sp>
      <p:pic>
        <p:nvPicPr>
          <p:cNvPr descr="microrefugia_review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Species sensitivity used to ID refugia</a:t>
            </a:r>
          </a:p>
        </p:txBody>
      </p:sp>
      <p:pic>
        <p:nvPicPr>
          <p:cNvPr descr="microrefugia_review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Species adaptablity</a:t>
            </a:r>
          </a:p>
        </p:txBody>
      </p:sp>
      <p:pic>
        <p:nvPicPr>
          <p:cNvPr descr="microrefugia_review_files/figure-pptx/unnamed-chunk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refugia_structure</a:t>
            </a:r>
          </a:p>
        </p:txBody>
      </p:sp>
      <p:pic>
        <p:nvPicPr>
          <p:cNvPr descr="microrefugia_review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species response to changing climate</a:t>
            </a:r>
          </a:p>
        </p:txBody>
      </p:sp>
      <p:pic>
        <p:nvPicPr>
          <p:cNvPr descr="microrefugia_review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size</a:t>
            </a:r>
          </a:p>
        </p:txBody>
      </p:sp>
      <p:pic>
        <p:nvPicPr>
          <p:cNvPr descr="microrefugia_review_files/figure-pptx/unnamed-chunk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spatial resolution</a:t>
            </a:r>
          </a:p>
        </p:txBody>
      </p:sp>
      <p:pic>
        <p:nvPicPr>
          <p:cNvPr descr="microrefugia_review_files/figure-pptx/unnamed-chunk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spatial extent</a:t>
            </a:r>
          </a:p>
        </p:txBody>
      </p:sp>
      <p:pic>
        <p:nvPicPr>
          <p:cNvPr descr="microrefugia_review_files/figure-pptx/unnamed-chunk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temporal aspects</a:t>
            </a:r>
          </a:p>
        </p:txBody>
      </p:sp>
      <p:pic>
        <p:nvPicPr>
          <p:cNvPr descr="microrefugia_review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variables</a:t>
            </a:r>
          </a:p>
        </p:txBody>
      </p:sp>
      <p:pic>
        <p:nvPicPr>
          <p:cNvPr descr="microrefugia_review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icrorefugia_review_files/figure-pptx/unnamed-chunk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icrorefugia_review_files/figure-pptx/unnamed-chunk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icrorefugia_review_files/figure-pptx/unnamed-chunk-2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specific quantification</a:t>
            </a:r>
          </a:p>
        </p:txBody>
      </p:sp>
      <p:pic>
        <p:nvPicPr>
          <p:cNvPr descr="microrefugia_review_files/figure-pptx/unnamed-chunk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"119 descriptions entered"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microrefugia review</dc:title>
  <dc:creator/>
  <cp:keywords/>
  <dcterms:created xsi:type="dcterms:W3CDTF">2026-05-12T12:37:22Z</dcterms:created>
  <dcterms:modified xsi:type="dcterms:W3CDTF">2026-05-12T12:37:22Z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